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457200"/>
            <a:ext cx="1371600" cy="13716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1E1E1E"/>
                </a:solidFill>
                <a:latin typeface="Times New Roman"/>
              </a:defRPr>
            </a:pPr>
            <a:r>
              <a:t>[College Logo]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822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  <a:latin typeface="Times New Roman"/>
              </a:defRPr>
            </a:pPr>
            <a:r>
              <a:t>Easwari Engineering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E1E"/>
                </a:solidFill>
                <a:latin typeface="Times New Roman"/>
              </a:defRPr>
            </a:pPr>
            <a:r>
              <a:t>CAMPUS FACILITY RESERVATION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t>Under the Guidance of</a:t>
            </a:r>
          </a:p>
          <a:p>
            <a:pPr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Ms. Divyanjali</a:t>
            </a:r>
          </a:p>
          <a:p>
            <a:pPr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Technical Trainer, AIML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3891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t>Presented By</a:t>
            </a:r>
          </a:p>
          <a:p>
            <a:pPr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Girupa Shankar V (310624148026)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Scope of This Review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Requirements (Functional &amp; Non-Functional)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Detailed System Architecture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Use Case &amp; ER Diagrams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Module Description &amp; Tech Stack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UI Design, Frontend &amp; Backend Build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Database &amp; API Integration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Progress (70%), Screenshots &amp;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Functional Requirements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User registration &amp; authentication with JWT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Role-based dashboards for different departments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Core feature: Reserve, view, and manage facility bookings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Conflict detection and automated time-window validation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Non-Functional Requirements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Performance: response time &lt; 2 seconds for API endpoints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Scalability: can handle concurrent booking requests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Security: Secure JWT auth and password hashing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Usability: Responsive, accessible, user-friendly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CLIENT TIER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React.js components, Axios HTTP client, Context API for state management, CSS modules for styling.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APPLICATION TIER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Node.js + Express.js backend offering modular REST APIs.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Middleware for JWT Authentication and request validation.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DATA TIER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MongoDB (NoSQL) database with Mongoose ODM for schemas.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FLOW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HTTP/HTTPS requests flow from the client through Express REST endpoints to MongoDB, returning JSON responses.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[ Insert Use Case Diagram Here ]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Identify actors: Admin, Faculty/User.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User Cases: Login, View Facilities, Reserve Facility, Cancel Booking.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Admin Cases: Manage Users, Manage Facilities, View All Bookings.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Show relationships and interactions.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[ Insert ER Diagram Here ]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Entities: Users, Resources (Facilities), Bookings.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Attributes: User(ID, Name, Dept, Password), Resource(ID, Name, Capacity, Type), Booking(ID, Resource_ID, User_ID, Start_Time, End_Time).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Relationships: 1 User can have N Bookings (1:N), 1 Resource can have N Bookings (1:N).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User &amp; Authentication Module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Login, Signup, JWT Token validation, Role handling.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Facility Management Module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Fetch available facilities, filter by type/capacity.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Booking Module (Core)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Create reservations, conflict resolution logic, time validation (8 AM - 4 PM limits).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Admin Module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Add/Update/Remove facilities, view campus-wide booking reports.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Database: MongoDB (NoSQL) + Mongoose ODM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Backend Framework: Express.js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Frontend Library: React.js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Runtime Environment: Node.js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Supporting Tools &amp; Libraries: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JWT &amp; bcrypt (Auth/Security)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Axios (HTTP client)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Postman (API testing)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Git &amp; GitHub (Version control)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UI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[ Insert Wireframes / Mockups Here ]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Key Screens: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Login / Signup Interface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Main Dashboard (Available facilities grid)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Booking Modal (Date &amp; time selection)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Active Reservations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Built with React.js using functional components &amp; hooks.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Component-based structure: Sidebar Navigation, Facility Cards, Booking Forms, Modals.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State management using React state and Context API.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Client-side routing implemented with React Router.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Axios used to consume backend REST APIs asynchronously.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Responsive UI styled with custom CSS variables, gradients, and flexbox grids.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Node.js + Express.js server with modular routing structure.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MVC pattern separating routes, controllers, and database models.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Authentication middleware using JSON Web Tokens (JWT).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Input validation and comprehensive error handling for API requests (e.g. overlap prevention).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Environment-based configuration (.env for secrets).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MongoDB used as the primary NoSQL data store.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Mongoose schemas defined for Resources, Users, and Bookings.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Relationships modeled via referencing (e.g. Booking referencing Resource ID).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Persistent data storage ensuring records survive server restarts.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Initial seed data provided for campus facilities (Labs, Auditoriums, Board Rooms).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GET /api/resources : Fetch all facilities (supports filtering by type/capacity)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GET /api/bookings?date=YYYY-MM-DD : Fetch active reservations for a specific day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POST /api/bookings : Create a new reservation (includes validation and conflict checks)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DELETE /api/bookings/:id : Cancel an existing reservation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POST /api/auth/login : Authenticate user &amp; issue JWT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POST /api/auth/register : Register a new 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Frontend UI (Core Screens): 100%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Backend APIs &amp; Conflict Logic: 100%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Database Integration &amp; Persistence: 100%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User Authentication: 80%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Admin Analytics Module: 50%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Notifications / Alerts: 30%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Challenge: Booking Conflicts in real-time.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Solution: Implemented robust overlap detection logic in the POST /bookings route.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Challenge: Data loss on server restart (In-Memory DB).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Solution: Migrated to a persistent file-based JSON store / MongoDB Atlas.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Challenge: 24-hour time format confusion.</a:t>
            </a:r>
          </a:p>
          <a:p>
            <a:pPr lvl="1"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Solution: Built a custom AM/PM time picker in React for intuitive input.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Complete Admin Module with advanced analytics and utilization reports.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Implement Notification Module (automated email / in-app alerts for bookings).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Conduct thorough integration &amp; user-acceptance testing across devices.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Improve UI accessibility features.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Deploy application to production (e.g., Render/Vercel + MongoDB Atlas).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103120"/>
            <a:ext cx="7132320" cy="4114800"/>
          </a:xfrm>
        </p:spPr>
        <p:txBody>
          <a:bodyPr wrap="square"/>
          <a:lstStyle/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[1] MongoDB, Express, React, Node.js — Official Documentation.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[2] 'Smart Campus Resource Management System' by J. Smith et al.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[3] 'Automated Facility Booking in Universities' by A. Kumar.</a:t>
            </a:r>
          </a:p>
          <a:p>
            <a:pPr>
              <a:spcAft>
                <a:spcPts val="10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[4] MDN Web Docs for React concepts and JavaScript fundamentals.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Times New Roman"/>
              </a:rPr>
              <a:t>Review 1 &amp; 2  |  MERN Stack Project                                                         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1E1E"/>
                </a:solidFill>
                <a:latin typeface="Times New Roman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