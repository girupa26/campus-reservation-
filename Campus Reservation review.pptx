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evron 2"/>
          <p:cNvSpPr/>
          <p:nvPr/>
        </p:nvSpPr>
        <p:spPr>
          <a:xfrm>
            <a:off x="0" y="1188720"/>
            <a:ext cx="1371600" cy="64008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-1371600" y="914400"/>
            <a:ext cx="2743200" cy="5486400"/>
          </a:xfrm>
          <a:prstGeom prst="arc">
            <a:avLst/>
          </a:prstGeom>
          <a:ln w="1270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rc 4"/>
          <p:cNvSpPr/>
          <p:nvPr/>
        </p:nvSpPr>
        <p:spPr>
          <a:xfrm>
            <a:off x="-914400" y="1828800"/>
            <a:ext cx="2743200" cy="4572000"/>
          </a:xfrm>
          <a:prstGeom prst="arc">
            <a:avLst/>
          </a:prstGeom>
          <a:ln w="1905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457200"/>
            <a:ext cx="1371600" cy="1371600"/>
          </a:xfrm>
          <a:prstGeom prst="rect">
            <a:avLst/>
          </a:prstGeom>
          <a:solidFill>
            <a:srgbClr val="DCDCDC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>
                <a:solidFill>
                  <a:srgbClr val="1E1E1E"/>
                </a:solidFill>
                <a:latin typeface="Times New Roman"/>
              </a:defRPr>
            </a:pPr>
            <a:r>
              <a:t>[College Logo]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8229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  <a:latin typeface="Times New Roman"/>
              </a:defRPr>
            </a:pPr>
            <a:r>
              <a:t>Easwari Engineering College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603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1E1E"/>
                </a:solidFill>
                <a:latin typeface="Times New Roman"/>
              </a:defRPr>
            </a:pPr>
            <a:r>
              <a:t>CAMPUS FACILITY RESERVATION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38912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1E1E"/>
                </a:solidFill>
                <a:latin typeface="Times New Roman"/>
              </a:defRPr>
            </a:pPr>
            <a:r>
              <a:t>Under the Guidance of</a:t>
            </a:r>
          </a:p>
          <a:p>
            <a:pPr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Ms. Divyanjali</a:t>
            </a:r>
          </a:p>
          <a:p>
            <a:pPr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Technical Trainer, AIML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438912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1E1E"/>
                </a:solidFill>
                <a:latin typeface="Times New Roman"/>
              </a:defRPr>
            </a:pPr>
            <a:r>
              <a:t>Presented By</a:t>
            </a:r>
          </a:p>
          <a:p>
            <a:pPr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Girupa Shankar V (310624148026)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188720"/>
            <a:ext cx="7315200" cy="731520"/>
          </a:xfrm>
        </p:spPr>
        <p:txBody>
          <a:bodyPr/>
          <a:lstStyle/>
          <a:p>
            <a:pPr algn="l">
              <a:defRPr sz="2000" b="1">
                <a:solidFill>
                  <a:srgbClr val="1E1E1E"/>
                </a:solidFill>
                <a:latin typeface="Times New Roman"/>
              </a:defRPr>
            </a:pPr>
            <a:r>
              <a:rPr sz="2000" b="1">
                <a:solidFill>
                  <a:srgbClr val="1E1E1E"/>
                </a:solidFill>
                <a:latin typeface="Times New Roman"/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5920" y="2286000"/>
            <a:ext cx="6858000" cy="4114800"/>
          </a:xfrm>
        </p:spPr>
        <p:txBody>
          <a:bodyPr/>
          <a:lstStyle/>
          <a:p>
            <a:pPr>
              <a:spcAft>
                <a:spcPts val="14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Literature Survey</a:t>
            </a:r>
          </a:p>
          <a:p>
            <a:pPr>
              <a:spcAft>
                <a:spcPts val="14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Problem Statement</a:t>
            </a:r>
          </a:p>
          <a:p>
            <a:pPr>
              <a:spcAft>
                <a:spcPts val="14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Abstract</a:t>
            </a:r>
          </a:p>
          <a:p>
            <a:pPr>
              <a:spcAft>
                <a:spcPts val="14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Knowledge about Existing System</a:t>
            </a:r>
          </a:p>
          <a:p>
            <a:pPr>
              <a:spcAft>
                <a:spcPts val="14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Brief about 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evron 4"/>
          <p:cNvSpPr/>
          <p:nvPr/>
        </p:nvSpPr>
        <p:spPr>
          <a:xfrm>
            <a:off x="0" y="1188720"/>
            <a:ext cx="1371600" cy="64008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rc 5"/>
          <p:cNvSpPr/>
          <p:nvPr/>
        </p:nvSpPr>
        <p:spPr>
          <a:xfrm>
            <a:off x="-1371600" y="914400"/>
            <a:ext cx="2743200" cy="5486400"/>
          </a:xfrm>
          <a:prstGeom prst="arc">
            <a:avLst/>
          </a:prstGeom>
          <a:ln w="1270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rc 6"/>
          <p:cNvSpPr/>
          <p:nvPr/>
        </p:nvSpPr>
        <p:spPr>
          <a:xfrm>
            <a:off x="-914400" y="1828800"/>
            <a:ext cx="2743200" cy="4572000"/>
          </a:xfrm>
          <a:prstGeom prst="arc">
            <a:avLst/>
          </a:prstGeom>
          <a:ln w="1905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188720"/>
            <a:ext cx="7315200" cy="731520"/>
          </a:xfrm>
        </p:spPr>
        <p:txBody>
          <a:bodyPr/>
          <a:lstStyle/>
          <a:p>
            <a:pPr algn="l">
              <a:defRPr sz="2000" b="1">
                <a:solidFill>
                  <a:srgbClr val="1E1E1E"/>
                </a:solidFill>
                <a:latin typeface="Times New Roman"/>
              </a:defRPr>
            </a:pPr>
            <a:r>
              <a:rPr sz="2000" b="1">
                <a:solidFill>
                  <a:srgbClr val="1E1E1E"/>
                </a:solidFill>
                <a:latin typeface="Times New Roman"/>
              </a:rPr>
              <a:t>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5920" y="2286000"/>
            <a:ext cx="6858000" cy="4114800"/>
          </a:xfrm>
        </p:spPr>
        <p:txBody>
          <a:bodyPr/>
          <a:lstStyle/>
          <a:p>
            <a:pPr>
              <a:spcAft>
                <a:spcPts val="14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[ Smart Campus Resource Management System ] by [ J. Smith et al. / Journal of EdTech ] [ DOI: 10.1109/X.123 ]</a:t>
            </a:r>
          </a:p>
          <a:p>
            <a:pPr>
              <a:spcAft>
                <a:spcPts val="14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[ Automated Facility Booking in Universities ] by [ A. Kumar / Int. J. of Comp. Sci. ] [ DOI: 10.1016/X.456 ]</a:t>
            </a:r>
          </a:p>
          <a:p>
            <a:pPr>
              <a:spcAft>
                <a:spcPts val="14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[ Conflict Resolution in Real-time Booking Systems ] by [ S. Lee / Tech Review ] [ DOI: 10.1145/X.789 ]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evron 4"/>
          <p:cNvSpPr/>
          <p:nvPr/>
        </p:nvSpPr>
        <p:spPr>
          <a:xfrm>
            <a:off x="0" y="1188720"/>
            <a:ext cx="1371600" cy="64008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rc 5"/>
          <p:cNvSpPr/>
          <p:nvPr/>
        </p:nvSpPr>
        <p:spPr>
          <a:xfrm>
            <a:off x="-1371600" y="914400"/>
            <a:ext cx="2743200" cy="5486400"/>
          </a:xfrm>
          <a:prstGeom prst="arc">
            <a:avLst/>
          </a:prstGeom>
          <a:ln w="1270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rc 6"/>
          <p:cNvSpPr/>
          <p:nvPr/>
        </p:nvSpPr>
        <p:spPr>
          <a:xfrm>
            <a:off x="-914400" y="1828800"/>
            <a:ext cx="2743200" cy="4572000"/>
          </a:xfrm>
          <a:prstGeom prst="arc">
            <a:avLst/>
          </a:prstGeom>
          <a:ln w="1905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188720"/>
            <a:ext cx="7315200" cy="731520"/>
          </a:xfrm>
        </p:spPr>
        <p:txBody>
          <a:bodyPr/>
          <a:lstStyle/>
          <a:p>
            <a:pPr algn="l">
              <a:defRPr sz="2000" b="1">
                <a:solidFill>
                  <a:srgbClr val="1E1E1E"/>
                </a:solidFill>
                <a:latin typeface="Times New Roman"/>
              </a:defRPr>
            </a:pPr>
            <a:r>
              <a:rPr sz="2000" b="1">
                <a:solidFill>
                  <a:srgbClr val="1E1E1E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5920" y="2286000"/>
            <a:ext cx="6858000" cy="2256503"/>
          </a:xfrm>
        </p:spPr>
        <p:txBody>
          <a:bodyPr/>
          <a:lstStyle/>
          <a:p>
            <a:pPr>
              <a:spcAft>
                <a:spcPts val="14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rPr dirty="0"/>
              <a:t>Manual and fragmented processes for booking college facilities (labs, seminar halls) lead to frequent double-bookings and scheduling conflicts.</a:t>
            </a:r>
          </a:p>
          <a:p>
            <a:pPr>
              <a:spcAft>
                <a:spcPts val="14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rPr dirty="0"/>
              <a:t>Lack of real-time visibility prevents students and faculty from effectively planning and utilizing available resources.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evron 4"/>
          <p:cNvSpPr/>
          <p:nvPr/>
        </p:nvSpPr>
        <p:spPr>
          <a:xfrm>
            <a:off x="0" y="1188720"/>
            <a:ext cx="1371600" cy="64008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rc 5"/>
          <p:cNvSpPr/>
          <p:nvPr/>
        </p:nvSpPr>
        <p:spPr>
          <a:xfrm>
            <a:off x="-1371600" y="914400"/>
            <a:ext cx="2743200" cy="5486400"/>
          </a:xfrm>
          <a:prstGeom prst="arc">
            <a:avLst/>
          </a:prstGeom>
          <a:ln w="1270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rc 6"/>
          <p:cNvSpPr/>
          <p:nvPr/>
        </p:nvSpPr>
        <p:spPr>
          <a:xfrm>
            <a:off x="-914400" y="1828800"/>
            <a:ext cx="2743200" cy="4572000"/>
          </a:xfrm>
          <a:prstGeom prst="arc">
            <a:avLst/>
          </a:prstGeom>
          <a:ln w="1905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188720"/>
            <a:ext cx="7315200" cy="731520"/>
          </a:xfrm>
        </p:spPr>
        <p:txBody>
          <a:bodyPr/>
          <a:lstStyle/>
          <a:p>
            <a:pPr algn="l">
              <a:defRPr sz="2000" b="1">
                <a:solidFill>
                  <a:srgbClr val="1E1E1E"/>
                </a:solidFill>
                <a:latin typeface="Times New Roman"/>
              </a:defRPr>
            </a:pPr>
            <a:r>
              <a:rPr sz="2000" b="1">
                <a:solidFill>
                  <a:srgbClr val="1E1E1E"/>
                </a:solidFill>
                <a:latin typeface="Times New Roman"/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5920" y="2286000"/>
            <a:ext cx="6858000" cy="4114800"/>
          </a:xfrm>
        </p:spPr>
        <p:txBody>
          <a:bodyPr/>
          <a:lstStyle/>
          <a:p>
            <a:pPr>
              <a:spcAft>
                <a:spcPts val="14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rPr dirty="0"/>
              <a:t>Campus Reserve is a centralized MERN stack web application designed to streamline the booking of institutional facilities.</a:t>
            </a:r>
          </a:p>
          <a:p>
            <a:pPr>
              <a:spcAft>
                <a:spcPts val="14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rPr dirty="0"/>
              <a:t>It provides real-time availability tracking, intuitive time-slot management, and automated conflict resolution for seamless resource allocation.</a:t>
            </a:r>
          </a:p>
          <a:p>
            <a:pPr>
              <a:spcAft>
                <a:spcPts val="14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rPr dirty="0"/>
              <a:t>The system ensures efficient utilization of college infrastructure while reducing manual administrative intervention and eliminating double bookings.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evron 4"/>
          <p:cNvSpPr/>
          <p:nvPr/>
        </p:nvSpPr>
        <p:spPr>
          <a:xfrm>
            <a:off x="0" y="1188720"/>
            <a:ext cx="1371600" cy="64008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rc 5"/>
          <p:cNvSpPr/>
          <p:nvPr/>
        </p:nvSpPr>
        <p:spPr>
          <a:xfrm>
            <a:off x="-1371600" y="914400"/>
            <a:ext cx="2743200" cy="5486400"/>
          </a:xfrm>
          <a:prstGeom prst="arc">
            <a:avLst/>
          </a:prstGeom>
          <a:ln w="1270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rc 6"/>
          <p:cNvSpPr/>
          <p:nvPr/>
        </p:nvSpPr>
        <p:spPr>
          <a:xfrm>
            <a:off x="-914400" y="1828800"/>
            <a:ext cx="2743200" cy="4572000"/>
          </a:xfrm>
          <a:prstGeom prst="arc">
            <a:avLst/>
          </a:prstGeom>
          <a:ln w="1905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188720"/>
            <a:ext cx="7315200" cy="731520"/>
          </a:xfrm>
        </p:spPr>
        <p:txBody>
          <a:bodyPr/>
          <a:lstStyle/>
          <a:p>
            <a:pPr algn="l">
              <a:defRPr sz="2000" b="1">
                <a:solidFill>
                  <a:srgbClr val="1E1E1E"/>
                </a:solidFill>
                <a:latin typeface="Times New Roman"/>
              </a:defRPr>
            </a:pPr>
            <a:r>
              <a:rPr sz="2000" b="1">
                <a:solidFill>
                  <a:srgbClr val="1E1E1E"/>
                </a:solidFill>
                <a:latin typeface="Times New Roman"/>
              </a:rPr>
              <a:t>KNOWLEDGE ABOUT 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5920" y="2286000"/>
            <a:ext cx="6858000" cy="2305665"/>
          </a:xfrm>
        </p:spPr>
        <p:txBody>
          <a:bodyPr/>
          <a:lstStyle/>
          <a:p>
            <a:pPr>
              <a:spcAft>
                <a:spcPts val="14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rPr dirty="0"/>
              <a:t>Current reservation systems often rely on paper-based ledgers or decentralized spreadsheets managed independently by each department.</a:t>
            </a:r>
          </a:p>
          <a:p>
            <a:pPr>
              <a:spcAft>
                <a:spcPts val="14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rPr dirty="0"/>
              <a:t>There is no unified platform, resulting in overlapping reservations and significant underutilization of key resources like seminar halls.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evron 4"/>
          <p:cNvSpPr/>
          <p:nvPr/>
        </p:nvSpPr>
        <p:spPr>
          <a:xfrm>
            <a:off x="0" y="1188720"/>
            <a:ext cx="1371600" cy="64008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rc 5"/>
          <p:cNvSpPr/>
          <p:nvPr/>
        </p:nvSpPr>
        <p:spPr>
          <a:xfrm>
            <a:off x="-1371600" y="914400"/>
            <a:ext cx="2743200" cy="5486400"/>
          </a:xfrm>
          <a:prstGeom prst="arc">
            <a:avLst/>
          </a:prstGeom>
          <a:ln w="1270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rc 6"/>
          <p:cNvSpPr/>
          <p:nvPr/>
        </p:nvSpPr>
        <p:spPr>
          <a:xfrm>
            <a:off x="-914400" y="1828800"/>
            <a:ext cx="2743200" cy="4572000"/>
          </a:xfrm>
          <a:prstGeom prst="arc">
            <a:avLst/>
          </a:prstGeom>
          <a:ln w="1905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188720"/>
            <a:ext cx="7315200" cy="731520"/>
          </a:xfrm>
        </p:spPr>
        <p:txBody>
          <a:bodyPr/>
          <a:lstStyle/>
          <a:p>
            <a:pPr algn="l">
              <a:defRPr sz="2000" b="1">
                <a:solidFill>
                  <a:srgbClr val="1E1E1E"/>
                </a:solidFill>
                <a:latin typeface="Times New Roman"/>
              </a:defRPr>
            </a:pPr>
            <a:r>
              <a:rPr sz="2000" b="1">
                <a:solidFill>
                  <a:srgbClr val="1E1E1E"/>
                </a:solidFill>
                <a:latin typeface="Times New Roman"/>
              </a:rPr>
              <a:t>BRIEF ABOUT 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5920" y="2286000"/>
            <a:ext cx="6858000" cy="4114800"/>
          </a:xfrm>
        </p:spPr>
        <p:txBody>
          <a:bodyPr/>
          <a:lstStyle/>
          <a:p>
            <a:pPr>
              <a:spcAft>
                <a:spcPts val="14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A robust, real-time web application built using the MERN stack (MongoDB, Express, React, Node.js) with a persistent data store.</a:t>
            </a:r>
          </a:p>
          <a:p>
            <a:pPr>
              <a:spcAft>
                <a:spcPts val="14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Features an intuitive dashboard, instant conflict detection, and strict time-window validations enforced at both frontend and backend levels.</a:t>
            </a:r>
          </a:p>
          <a:p>
            <a:pPr>
              <a:spcAft>
                <a:spcPts val="1400"/>
              </a:spcAft>
              <a:defRPr sz="1800" b="0">
                <a:solidFill>
                  <a:srgbClr val="1E1E1E"/>
                </a:solidFill>
                <a:latin typeface="Times New Roman"/>
              </a:defRPr>
            </a:pPr>
            <a:r>
              <a:t>A centralized database ensures all departments have up-to-date, transparent visibility of facility availability, preventing any booking overlaps.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evron 4"/>
          <p:cNvSpPr/>
          <p:nvPr/>
        </p:nvSpPr>
        <p:spPr>
          <a:xfrm>
            <a:off x="0" y="1188720"/>
            <a:ext cx="1371600" cy="64008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rc 5"/>
          <p:cNvSpPr/>
          <p:nvPr/>
        </p:nvSpPr>
        <p:spPr>
          <a:xfrm>
            <a:off x="-1371600" y="914400"/>
            <a:ext cx="2743200" cy="5486400"/>
          </a:xfrm>
          <a:prstGeom prst="arc">
            <a:avLst/>
          </a:prstGeom>
          <a:ln w="1270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rc 6"/>
          <p:cNvSpPr/>
          <p:nvPr/>
        </p:nvSpPr>
        <p:spPr>
          <a:xfrm>
            <a:off x="-914400" y="1828800"/>
            <a:ext cx="2743200" cy="4572000"/>
          </a:xfrm>
          <a:prstGeom prst="arc">
            <a:avLst/>
          </a:prstGeom>
          <a:ln w="1905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evron 2"/>
          <p:cNvSpPr/>
          <p:nvPr/>
        </p:nvSpPr>
        <p:spPr>
          <a:xfrm>
            <a:off x="0" y="1188720"/>
            <a:ext cx="1371600" cy="64008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-1371600" y="914400"/>
            <a:ext cx="2743200" cy="5486400"/>
          </a:xfrm>
          <a:prstGeom prst="arc">
            <a:avLst/>
          </a:prstGeom>
          <a:ln w="1270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rc 4"/>
          <p:cNvSpPr/>
          <p:nvPr/>
        </p:nvSpPr>
        <p:spPr>
          <a:xfrm>
            <a:off x="-914400" y="1828800"/>
            <a:ext cx="2743200" cy="4572000"/>
          </a:xfrm>
          <a:prstGeom prst="arc">
            <a:avLst/>
          </a:prstGeom>
          <a:ln w="19050">
            <a:solidFill>
              <a:srgbClr val="36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1E1E"/>
                </a:solidFill>
                <a:latin typeface="Times New Roman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345</Words>
  <Application>Microsoft Office PowerPoint</Application>
  <PresentationFormat>On-screen Show (4:3)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PowerPoint Presentation</vt:lpstr>
      <vt:lpstr>CONTENTS</vt:lpstr>
      <vt:lpstr>LITERATURE SURVEY</vt:lpstr>
      <vt:lpstr>PROBLEM STATEMENT</vt:lpstr>
      <vt:lpstr>ABSTRACT</vt:lpstr>
      <vt:lpstr>KNOWLEDGE ABOUT EXISTING SYSTEM</vt:lpstr>
      <vt:lpstr>BRIEF ABOUT PROPOSED SYSTEM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Girupa Shankar V</cp:lastModifiedBy>
  <cp:revision>3</cp:revision>
  <dcterms:created xsi:type="dcterms:W3CDTF">2013-01-27T09:14:16Z</dcterms:created>
  <dcterms:modified xsi:type="dcterms:W3CDTF">2026-09-16T16:56:44Z</dcterms:modified>
  <cp:category/>
</cp:coreProperties>
</file>